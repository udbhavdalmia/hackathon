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45B"/>
    <a:srgbClr val="FEFDFF"/>
    <a:srgbClr val="5FDFB8"/>
    <a:srgbClr val="040E21"/>
    <a:srgbClr val="FFFFFF"/>
    <a:srgbClr val="626262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4"/>
  </p:normalViewPr>
  <p:slideViewPr>
    <p:cSldViewPr snapToGrid="0">
      <p:cViewPr varScale="1">
        <p:scale>
          <a:sx n="119" d="100"/>
          <a:sy n="119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E2479-D25F-C743-96D2-086968759FE3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32DD9-DF6E-0D44-BD1F-C949B2368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5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32DD9-DF6E-0D44-BD1F-C949B2368F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5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5B98-FF70-3A6A-3B2F-D598FF0BD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200AE-2B73-A2C6-84C3-FD98B809E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1A57A-D2F7-3029-A57E-51B5FC1F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6E84-A9A9-6BA3-8A97-E2E20DC9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F1EB-8F45-B007-FAA0-532DD0C5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6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FDF0-DF45-FB77-BC50-0E02AEFE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B6AF-7574-74C7-62AD-8918D1EB9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7032E-3961-4B5A-68B4-8782DB22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7CA4C-258D-9D51-50B8-13252EDF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44F85-7545-E420-0F60-BB692716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65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0AAA-A7A5-4950-C4B4-BDDA2E2A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A022C-0314-05C1-8224-41FE9B466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45969-9DC5-4315-C856-7D46DBB0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DAB2-4E94-B434-4D5B-FE382CFB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D9869-4A1A-E2E0-ED19-10E42681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8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6387-0006-D058-1DEE-5455B40C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5B66A-796A-C835-BFA4-E1776FCAD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506F6-1ECD-9A08-9FF2-6C3409507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6FE97-441E-A3E4-87BA-C0D491CD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F8E0C-AA46-F4F2-5E66-3AC5759B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860EB-861A-D1CE-568B-111B6C58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7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F91B-04AC-AF7F-C740-97A01F65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53B5-9018-20EC-84C3-90E9A79C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6976B-F85E-2FE5-75B0-863F58F43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971E2-ED76-3FCB-7B25-FFD59B1AC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2588B8-E032-39F9-9C79-5B22E4AF0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EF8CE-E82B-A789-4C61-EA57715DA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EC77B-11C8-2D6C-EAC9-47CBC78D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AB7E8-F13C-A36A-160C-577F7A8E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90ED-BC80-2DE7-BE15-E7C6AB405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356B1-FD08-189C-80ED-C810529F3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B0A57-A2DC-8E92-85C8-D263AB15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0DBBB-94B9-B5D3-9376-E2FE8514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DD0C1-4247-3C85-56E3-39752E74B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2CE87-5A21-D5FE-9F45-ED7A6A7F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AC44-F203-FD85-8784-B302618E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8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4029-8A52-8CAE-B398-976C2229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71AB4-E705-747D-16CF-7FDE4306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23438-5A9E-2CA1-3C2C-BEC0F406A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D4CA9-86F3-B584-C5D8-6B6200E0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3C82C-C153-06EA-EC18-2EEA901B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D8C6B-BAAB-51CA-322A-1A232D3A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13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5D2F-6637-862A-68FB-B0BDDBB7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2C7DC-CCF3-8B5D-DBE3-691B97478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AB872-EDA4-3103-C7D2-168E6D4F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77129-E06E-DB3A-BFEF-62927623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2FDA7-A8FA-1385-2AC5-01A262EB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A820F-B081-ECB4-8317-D94FE261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0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C867-B8C0-B8AA-EC38-655E62DB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4BC23-A59C-78DE-6E2D-468810C4A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E848B-6DC2-20C4-97D5-962E4547B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A8998-E2EC-D619-5300-C40D048D2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1F74F-CEA0-9452-D6B9-F07257D4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2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0FB9E-0851-1F05-3336-813C77799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A3929-11A4-F002-F057-F7782E96F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36B93-24F5-1CAE-4163-A14D2D048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866F1-5504-DFE6-B069-6C9F3DEF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F4B61-7B6C-975C-5F87-34AF7ACD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1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E465E-420C-9525-52D6-86AEDD01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E831D-E257-5EB2-D611-F3033FF9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B816A-5126-48D8-9476-4D19B5368E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137A6-ABFE-6F4F-96F6-F7BEF2D37F52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40EE4-D2E6-AB03-267D-E004068C3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2B94D-44F1-0343-311D-7DBC9D8F1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4C7B8-5818-6B45-BCA0-7FA06A8B7A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860A-23D1-A91D-AC7E-D00A5D9F7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BA981-7BB9-83C5-D8AD-7F6DD8D377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14AC4-6089-E3FE-7DEA-24E66E3C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263" y="-421790"/>
            <a:ext cx="12322526" cy="770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9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B2A5-5185-2D50-F6CE-CDCCDF08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4EDA0B-85D8-4257-AD14-3F0B78006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0" y="1969294"/>
            <a:ext cx="4064000" cy="406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F3636C-F24A-BDA0-5CB4-543ACFCC6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3" y="-421790"/>
            <a:ext cx="12322526" cy="77015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FBC646-3FAA-1EF7-386F-EA705CF6E49D}"/>
              </a:ext>
            </a:extLst>
          </p:cNvPr>
          <p:cNvSpPr/>
          <p:nvPr/>
        </p:nvSpPr>
        <p:spPr>
          <a:xfrm>
            <a:off x="-65263" y="-421791"/>
            <a:ext cx="12257263" cy="7425019"/>
          </a:xfrm>
          <a:prstGeom prst="rect">
            <a:avLst/>
          </a:prstGeom>
          <a:solidFill>
            <a:srgbClr val="FFFFFF">
              <a:alpha val="3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02617C-3521-23D2-9742-39C1FEE5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755" y="2721385"/>
            <a:ext cx="1415227" cy="1415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739B3E-F3F3-0A89-B976-03C597D358C7}"/>
              </a:ext>
            </a:extLst>
          </p:cNvPr>
          <p:cNvSpPr txBox="1"/>
          <p:nvPr/>
        </p:nvSpPr>
        <p:spPr>
          <a:xfrm>
            <a:off x="4270010" y="2824345"/>
            <a:ext cx="56907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"/>
              </a:rPr>
              <a:t>VERDANT OS</a:t>
            </a:r>
          </a:p>
        </p:txBody>
      </p:sp>
    </p:spTree>
    <p:extLst>
      <p:ext uri="{BB962C8B-B14F-4D97-AF65-F5344CB8AC3E}">
        <p14:creationId xmlns:p14="http://schemas.microsoft.com/office/powerpoint/2010/main" val="2557884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25F1-DED0-68C1-0FA7-87E2E88A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D4CF-2A1E-B3AF-3A2A-D7F6B00A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252CCC-992C-19C3-3C62-2A96A3880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0" y="1969294"/>
            <a:ext cx="4064000" cy="406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E47B95-3530-8FFC-D965-B03D65C7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3" y="-421790"/>
            <a:ext cx="12322526" cy="77015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51732C-74C5-1BDA-B2C6-0848F39BEFE3}"/>
              </a:ext>
            </a:extLst>
          </p:cNvPr>
          <p:cNvSpPr/>
          <p:nvPr/>
        </p:nvSpPr>
        <p:spPr>
          <a:xfrm>
            <a:off x="-65263" y="-137163"/>
            <a:ext cx="12257263" cy="7425019"/>
          </a:xfrm>
          <a:prstGeom prst="rect">
            <a:avLst/>
          </a:prstGeom>
          <a:solidFill>
            <a:srgbClr val="FFFFFF">
              <a:alpha val="3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CC7E1-548B-62D2-02A6-1C282C711D0E}"/>
              </a:ext>
            </a:extLst>
          </p:cNvPr>
          <p:cNvSpPr txBox="1"/>
          <p:nvPr/>
        </p:nvSpPr>
        <p:spPr>
          <a:xfrm>
            <a:off x="168537" y="398495"/>
            <a:ext cx="11854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Verdant OS: Your Desktop, Anywhere</a:t>
            </a:r>
            <a:endParaRPr lang="en-US" sz="5400" b="1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BBE97-BDEF-D36F-9FC4-F85AFF355213}"/>
              </a:ext>
            </a:extLst>
          </p:cNvPr>
          <p:cNvSpPr txBox="1"/>
          <p:nvPr/>
        </p:nvSpPr>
        <p:spPr>
          <a:xfrm>
            <a:off x="2067262" y="2563513"/>
            <a:ext cx="80574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Imagine an operating system that requires no installation and lives entirely in your browser. Verdant OS provides users with a seamless, interface equipped with essential tools: a dynamic calendar, a functional calculator, and a notepad. With a focus on user customization and a "</a:t>
            </a:r>
            <a:r>
              <a:rPr lang="en-IN" sz="2400" dirty="0" err="1">
                <a:solidFill>
                  <a:schemeClr val="bg1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Glassmorphic</a:t>
            </a:r>
            <a:r>
              <a:rPr lang="en-IN" sz="2400" dirty="0">
                <a:solidFill>
                  <a:schemeClr val="bg1"/>
                </a:solidFill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" UI, Verdant OS states that the future of productivity is web-based, beautiful, and eco-inspired.</a:t>
            </a:r>
          </a:p>
        </p:txBody>
      </p:sp>
    </p:spTree>
    <p:extLst>
      <p:ext uri="{BB962C8B-B14F-4D97-AF65-F5344CB8AC3E}">
        <p14:creationId xmlns:p14="http://schemas.microsoft.com/office/powerpoint/2010/main" val="1894720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C5C5-AF65-E85E-68EC-CF90FC85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018AA3-5D40-8A33-62F0-B74186E26AFC}"/>
              </a:ext>
            </a:extLst>
          </p:cNvPr>
          <p:cNvSpPr/>
          <p:nvPr/>
        </p:nvSpPr>
        <p:spPr>
          <a:xfrm>
            <a:off x="4270010" y="2915322"/>
            <a:ext cx="5261265" cy="9246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44BDB-B8FA-7A5C-5F61-F1A25F82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5CAB60-3C04-D2E5-8805-9915785B4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0" y="1969294"/>
            <a:ext cx="4064000" cy="406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BC237E-D41E-1377-B228-3C3F08B49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3" y="-421790"/>
            <a:ext cx="12322526" cy="770157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AD8E46-B7F8-2307-B8FE-47623D29948B}"/>
              </a:ext>
            </a:extLst>
          </p:cNvPr>
          <p:cNvSpPr/>
          <p:nvPr/>
        </p:nvSpPr>
        <p:spPr>
          <a:xfrm>
            <a:off x="-43747" y="118334"/>
            <a:ext cx="12257263" cy="7306685"/>
          </a:xfrm>
          <a:prstGeom prst="rect">
            <a:avLst/>
          </a:prstGeom>
          <a:solidFill>
            <a:srgbClr val="FFFFFF">
              <a:alpha val="3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5C6103-CF83-6AA4-148D-F907870050F6}"/>
              </a:ext>
            </a:extLst>
          </p:cNvPr>
          <p:cNvSpPr/>
          <p:nvPr/>
        </p:nvSpPr>
        <p:spPr>
          <a:xfrm>
            <a:off x="4635058" y="2985631"/>
            <a:ext cx="3032250" cy="1015663"/>
          </a:xfrm>
          <a:prstGeom prst="roundRect">
            <a:avLst/>
          </a:prstGeom>
          <a:solidFill>
            <a:srgbClr val="5FDF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5672B1-551B-FC14-F345-333F6494D43E}"/>
              </a:ext>
            </a:extLst>
          </p:cNvPr>
          <p:cNvSpPr txBox="1"/>
          <p:nvPr/>
        </p:nvSpPr>
        <p:spPr>
          <a:xfrm>
            <a:off x="4833376" y="2985631"/>
            <a:ext cx="2807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40E21"/>
                </a:solidFill>
                <a:latin typeface=""/>
              </a:rPr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1216890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B90526-F6EF-4508-9E32-C7F9B5D1E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6819" y="-835014"/>
            <a:ext cx="14305639" cy="77091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BE5F8F-5C25-FD0C-1BB7-E74E14484DF0}"/>
              </a:ext>
            </a:extLst>
          </p:cNvPr>
          <p:cNvSpPr txBox="1"/>
          <p:nvPr/>
        </p:nvSpPr>
        <p:spPr>
          <a:xfrm>
            <a:off x="2282414" y="344244"/>
            <a:ext cx="762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Welcome Aboard!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92EEEE-862A-44B2-691C-C90D76847C26}"/>
              </a:ext>
            </a:extLst>
          </p:cNvPr>
          <p:cNvSpPr txBox="1"/>
          <p:nvPr/>
        </p:nvSpPr>
        <p:spPr>
          <a:xfrm>
            <a:off x="103991" y="1764262"/>
            <a:ext cx="119840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Let’s Step Into The Ecosystem</a:t>
            </a:r>
          </a:p>
        </p:txBody>
      </p:sp>
    </p:spTree>
    <p:extLst>
      <p:ext uri="{BB962C8B-B14F-4D97-AF65-F5344CB8AC3E}">
        <p14:creationId xmlns:p14="http://schemas.microsoft.com/office/powerpoint/2010/main" val="2641250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EA53-EE9A-35A4-4764-BC1971A6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1A478F3-526C-6048-C366-C8DB0970C044}"/>
              </a:ext>
            </a:extLst>
          </p:cNvPr>
          <p:cNvSpPr txBox="1"/>
          <p:nvPr/>
        </p:nvSpPr>
        <p:spPr>
          <a:xfrm>
            <a:off x="2282414" y="344244"/>
            <a:ext cx="762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Welcome Aboard!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DB877D-9890-2762-D135-40B5D9D4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453" y="0"/>
            <a:ext cx="12450905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BBCAFB-A5FC-3DC2-2040-CB4622540AB6}"/>
              </a:ext>
            </a:extLst>
          </p:cNvPr>
          <p:cNvSpPr/>
          <p:nvPr/>
        </p:nvSpPr>
        <p:spPr>
          <a:xfrm>
            <a:off x="74227" y="150607"/>
            <a:ext cx="2936838" cy="1754326"/>
          </a:xfrm>
          <a:prstGeom prst="roundRect">
            <a:avLst/>
          </a:prstGeom>
          <a:solidFill>
            <a:srgbClr val="58545B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DB8E2-B7E0-2F8E-6BD0-2D09F280B7D8}"/>
              </a:ext>
            </a:extLst>
          </p:cNvPr>
          <p:cNvSpPr txBox="1"/>
          <p:nvPr/>
        </p:nvSpPr>
        <p:spPr>
          <a:xfrm>
            <a:off x="182881" y="150607"/>
            <a:ext cx="29368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calendar that highlights the current date and provides navigation. It offers a clear monthly overview to help track time within the ecosystem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A77688-E1C8-AE8C-584E-964AB35B9806}"/>
              </a:ext>
            </a:extLst>
          </p:cNvPr>
          <p:cNvSpPr/>
          <p:nvPr/>
        </p:nvSpPr>
        <p:spPr>
          <a:xfrm>
            <a:off x="3642179" y="1346499"/>
            <a:ext cx="2936838" cy="1754326"/>
          </a:xfrm>
          <a:prstGeom prst="roundRect">
            <a:avLst/>
          </a:prstGeom>
          <a:solidFill>
            <a:srgbClr val="58545B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DA11F-DD98-E79B-1213-4AEE79C5E930}"/>
              </a:ext>
            </a:extLst>
          </p:cNvPr>
          <p:cNvSpPr txBox="1"/>
          <p:nvPr/>
        </p:nvSpPr>
        <p:spPr>
          <a:xfrm>
            <a:off x="3750833" y="1346499"/>
            <a:ext cx="29368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text editor powered by  “</a:t>
            </a:r>
            <a:r>
              <a:rPr lang="en-US" dirty="0" err="1">
                <a:solidFill>
                  <a:schemeClr val="bg1"/>
                </a:solidFill>
              </a:rPr>
              <a:t>LocalStorage</a:t>
            </a:r>
            <a:r>
              <a:rPr lang="en-US" dirty="0">
                <a:solidFill>
                  <a:schemeClr val="bg1"/>
                </a:solidFill>
              </a:rPr>
              <a:t>”. It allows you to draft, save and delete notes instantly, ensuring your ideas remain secure.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177A1D-4271-759C-0386-1074AC7B0682}"/>
              </a:ext>
            </a:extLst>
          </p:cNvPr>
          <p:cNvSpPr/>
          <p:nvPr/>
        </p:nvSpPr>
        <p:spPr>
          <a:xfrm>
            <a:off x="6579017" y="4102249"/>
            <a:ext cx="2936838" cy="1754326"/>
          </a:xfrm>
          <a:prstGeom prst="roundRect">
            <a:avLst/>
          </a:prstGeom>
          <a:solidFill>
            <a:srgbClr val="58545B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072DE7-67CA-BD9E-8BF3-1B2B582D2117}"/>
              </a:ext>
            </a:extLst>
          </p:cNvPr>
          <p:cNvSpPr txBox="1"/>
          <p:nvPr/>
        </p:nvSpPr>
        <p:spPr>
          <a:xfrm>
            <a:off x="6687671" y="4102249"/>
            <a:ext cx="29368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sleek, </a:t>
            </a:r>
            <a:r>
              <a:rPr lang="en-US" dirty="0" err="1">
                <a:solidFill>
                  <a:schemeClr val="bg1"/>
                </a:solidFill>
              </a:rPr>
              <a:t>glassmorphism</a:t>
            </a:r>
            <a:r>
              <a:rPr lang="en-US" dirty="0">
                <a:solidFill>
                  <a:schemeClr val="bg1"/>
                </a:solidFill>
              </a:rPr>
              <a:t>-style calculator. It features a responsive grid layout and a display, designed for quick calculations within the workspace.</a:t>
            </a:r>
          </a:p>
        </p:txBody>
      </p:sp>
    </p:spTree>
    <p:extLst>
      <p:ext uri="{BB962C8B-B14F-4D97-AF65-F5344CB8AC3E}">
        <p14:creationId xmlns:p14="http://schemas.microsoft.com/office/powerpoint/2010/main" val="1203266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30B0-690E-3ACF-5B6C-A821CC2A9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2B8D51A-20F8-D425-B09C-242937B2BE4C}"/>
              </a:ext>
            </a:extLst>
          </p:cNvPr>
          <p:cNvSpPr txBox="1"/>
          <p:nvPr/>
        </p:nvSpPr>
        <p:spPr>
          <a:xfrm>
            <a:off x="2282414" y="344244"/>
            <a:ext cx="7627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Welcome Aboard!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A3C01-65B5-1AC9-FAF9-9E7D1B5D0E41}"/>
              </a:ext>
            </a:extLst>
          </p:cNvPr>
          <p:cNvSpPr txBox="1"/>
          <p:nvPr/>
        </p:nvSpPr>
        <p:spPr>
          <a:xfrm>
            <a:off x="103991" y="1764262"/>
            <a:ext cx="119840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Let’s Step Into The Ecosystem</a:t>
            </a:r>
          </a:p>
        </p:txBody>
      </p:sp>
      <p:pic>
        <p:nvPicPr>
          <p:cNvPr id="3" name="Picture 2" descr="A screenshot of a car&#10;&#10;AI-generated content may be incorrect.">
            <a:extLst>
              <a:ext uri="{FF2B5EF4-FFF2-40B4-BE49-F238E27FC236}">
                <a16:creationId xmlns:a16="http://schemas.microsoft.com/office/drawing/2014/main" id="{E05EC69E-0B41-B55F-E77F-C951AFE22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981" y="-82582"/>
            <a:ext cx="12477963" cy="69620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A252F4-D474-B86F-2E24-6221099C9F13}"/>
              </a:ext>
            </a:extLst>
          </p:cNvPr>
          <p:cNvSpPr txBox="1"/>
          <p:nvPr/>
        </p:nvSpPr>
        <p:spPr>
          <a:xfrm>
            <a:off x="3790278" y="475851"/>
            <a:ext cx="4611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600" b="1" dirty="0">
                <a:solidFill>
                  <a:schemeClr val="bg1"/>
                </a:solidFill>
              </a:rPr>
              <a:t>Signing Out…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FA9233-5532-5E66-F1A4-7B9D1B88D832}"/>
              </a:ext>
            </a:extLst>
          </p:cNvPr>
          <p:cNvSpPr txBox="1"/>
          <p:nvPr/>
        </p:nvSpPr>
        <p:spPr>
          <a:xfrm>
            <a:off x="2963732" y="1494345"/>
            <a:ext cx="626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Thank you for your time.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581079-A483-8E0A-7CED-3569D7C5FC6D}"/>
              </a:ext>
            </a:extLst>
          </p:cNvPr>
          <p:cNvSpPr txBox="1"/>
          <p:nvPr/>
        </p:nvSpPr>
        <p:spPr>
          <a:xfrm>
            <a:off x="3170817" y="2328173"/>
            <a:ext cx="5850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Team – CM SHRI Gandhi Nagar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60C37-863F-FA4F-5088-82B4246F26E0}"/>
              </a:ext>
            </a:extLst>
          </p:cNvPr>
          <p:cNvSpPr txBox="1"/>
          <p:nvPr/>
        </p:nvSpPr>
        <p:spPr>
          <a:xfrm>
            <a:off x="2180217" y="2835359"/>
            <a:ext cx="7831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Made by – Udbhav Dalmia, Om Tiwari and Shashwat Tiwari</a:t>
            </a:r>
          </a:p>
        </p:txBody>
      </p:sp>
    </p:spTree>
    <p:extLst>
      <p:ext uri="{BB962C8B-B14F-4D97-AF65-F5344CB8AC3E}">
        <p14:creationId xmlns:p14="http://schemas.microsoft.com/office/powerpoint/2010/main" val="732453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200</Words>
  <Application>Microsoft Macintosh PowerPoint</Application>
  <PresentationFormat>Widescreen</PresentationFormat>
  <Paragraphs>17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Apple Symbols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Dalmia</dc:creator>
  <cp:lastModifiedBy>Aditya Dalmia</cp:lastModifiedBy>
  <cp:revision>1</cp:revision>
  <dcterms:created xsi:type="dcterms:W3CDTF">2026-05-03T07:46:07Z</dcterms:created>
  <dcterms:modified xsi:type="dcterms:W3CDTF">2026-05-03T08:54:28Z</dcterms:modified>
</cp:coreProperties>
</file>